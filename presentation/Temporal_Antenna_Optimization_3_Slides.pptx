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README.md — formulation, constrained XY-QAOA and surrogate validation summary.
- Repository STATUS.md — direct temporal QUBO and verified temporal implementation.
- Animation is a compact conceptual reconstruction of repository asset tilt_people_sim.gif.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results/2026_09_08__17_38_03/temporal_results.json — lambda sweep, policy objectives, switching counts and KPI ceiling.
- STATUS.md — temporal benchmark interpretation and event-count summary.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results/2026_09_09__06_23_54_utc/direct_temporal_results.json — exact objective, quantum success probabilities, feasibility and classical runtimes.
- STATUS.md — corrected 27-qubit run is explicitly a correctness tier, not evidence of quantum advantage.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QUBIT Hackathon 2026 · Temporal antenna tilt optimization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3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3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C6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FORMULATION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8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antenna tilt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78A"/>
                </a:solidFill>
              </a:rPr>
              <a:t>Optimize the trajectory — not isolated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510528" cy="380390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397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7000"/>
              </a:srgbClr>
            </a:outerShdw>
          </a:effectLst>
        </p:spPr>
      </p:sp>
      <p:pic>
        <p:nvPicPr>
          <p:cNvPr id="6" name="Image 0" descr="/mnt/data/antenna_deck_work/assets/time_marching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32" y="1719072"/>
            <a:ext cx="5656521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5029200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78A"/>
                </a:solidFill>
              </a:rPr>
              <a:t>Moving demand changes the best tilt; switching itself has a cost.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33488" y="1572768"/>
            <a:ext cx="42793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792224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700" dirty="0">
                <a:solidFill>
                  <a:srgbClr val="18243A"/>
                </a:solidFill>
              </a:rPr>
              <a:t>  One-hot tilt choice per sector and time step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9520" y="231343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700" dirty="0">
                <a:solidFill>
                  <a:srgbClr val="18243A"/>
                </a:solidFill>
              </a:rPr>
              <a:t>  Spatial interference + temporal switching edges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0" y="283464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700" dirty="0">
                <a:solidFill>
                  <a:srgbClr val="18243A"/>
                </a:solidFill>
              </a:rPr>
              <a:t>  Constrained XY-QAOA, DCQO and BF-DCQO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35240" y="34015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830"/>
                </a:solidFill>
              </a:rPr>
              <a:t>J = network cost + λ · switching cost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33488" y="3986784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43216" y="40782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830"/>
                </a:solidFill>
              </a:rPr>
              <a:t>9 × 4 × 8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406640" y="43616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78A"/>
                </a:solidFill>
              </a:rPr>
              <a:t>temporal study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787384" y="3986784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EAF8F5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97112" y="40782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830"/>
                </a:solidFill>
              </a:rPr>
              <a:t>27 qubits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860536" y="43616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78A"/>
                </a:solidFill>
              </a:rPr>
              <a:t>direct QUBO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241280" y="3986784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FF1E7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351008" y="407822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830"/>
                </a:solidFill>
              </a:rPr>
              <a:t>ρ = −0.849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0314432" y="43616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78A"/>
                </a:solidFill>
              </a:rPr>
              <a:t>coverage ↔ outage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333488" y="4846320"/>
            <a:ext cx="4279392" cy="658368"/>
          </a:xfrm>
          <a:prstGeom prst="roundRect">
            <a:avLst>
              <a:gd name="adj" fmla="val 11111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3800" y="50200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830"/>
                </a:solidFill>
              </a:rPr>
              <a:t>Goal: exploit temporal coherence while remaining feasible by construction.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3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C6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TEMPORAL RESULT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8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planning has a real operating window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78A"/>
                </a:solidFill>
              </a:rPr>
              <a:t>9 sectors × 4 tilts × H = 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704088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" dist="3175" dir="2700000">
              <a:srgbClr val="000000">
                <a:alpha val="6000"/>
              </a:srgbClr>
            </a:outerShdw>
          </a:effectLst>
        </p:spPr>
      </p:sp>
      <p:pic>
        <p:nvPicPr>
          <p:cNvPr id="6" name="Image 0" descr="/mnt/data/antenna_deck_work/assets/temporal_planning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6535"/>
            <a:ext cx="6675120" cy="3785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45552" y="1444752"/>
            <a:ext cx="3767328" cy="1042416"/>
          </a:xfrm>
          <a:prstGeom prst="roundRect">
            <a:avLst>
              <a:gd name="adj" fmla="val 7018"/>
            </a:avLst>
          </a:prstGeom>
          <a:solidFill>
            <a:srgbClr val="EAF0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74152" y="163677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7F2"/>
                </a:solidFill>
              </a:rPr>
              <a:t>λ = 0.04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72016" y="1600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1830"/>
                </a:solidFill>
              </a:rPr>
              <a:t>J = 0.1806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74152" y="199339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C778A"/>
                </a:solidFill>
              </a:rPr>
              <a:t>vs 0.2408 static · 0.2400 snapshot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845552" y="2706624"/>
            <a:ext cx="3767328" cy="1042416"/>
          </a:xfrm>
          <a:prstGeom prst="roundRect">
            <a:avLst>
              <a:gd name="adj" fmla="val 7018"/>
            </a:avLst>
          </a:prstGeom>
          <a:solidFill>
            <a:srgbClr val="EAF8F5"/>
          </a:solidFill>
          <a:ln w="12700">
            <a:solidFill>
              <a:srgbClr val="D4E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74152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6A1"/>
                </a:solidFill>
              </a:rPr>
              <a:t>25% lower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74152" y="3255264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C778A"/>
                </a:solidFill>
              </a:rPr>
              <a:t>surrogate objective vs static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845552" y="3968496"/>
            <a:ext cx="3767328" cy="1042416"/>
          </a:xfrm>
          <a:prstGeom prst="roundRect">
            <a:avLst>
              <a:gd name="adj" fmla="val 7018"/>
            </a:avLst>
          </a:prstGeom>
          <a:solidFill>
            <a:srgbClr val="FFF1E7"/>
          </a:solidFill>
          <a:ln w="12700">
            <a:solidFill>
              <a:srgbClr val="F9DE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74152" y="41696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A4B"/>
                </a:solidFill>
              </a:rPr>
              <a:t>3 moves · 1 event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74152" y="45079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C778A"/>
                </a:solidFill>
              </a:rPr>
              <a:t>snapshot: 6 moves across 4 events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845552" y="5230368"/>
            <a:ext cx="3767328" cy="585216"/>
          </a:xfrm>
          <a:prstGeom prst="roundRect">
            <a:avLst>
              <a:gd name="adj" fmla="val 9375"/>
            </a:avLst>
          </a:prstGeom>
          <a:solidFill>
            <a:srgbClr val="FFF4F4"/>
          </a:solidFill>
          <a:ln w="12700">
            <a:solidFill>
              <a:srgbClr val="F2D7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28432" y="53583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5A5A"/>
                </a:solidFill>
              </a:rPr>
              <a:t>Caveat: KPI gain ≈ 0 on this test (−0.03 dB SINR, +0.3 pp handover failure).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3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C6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27-QUBIT CORRECTNESS TIER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8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methods recover the exact temporal trajectory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78A"/>
                </a:solidFill>
              </a:rPr>
              <a:t>3 sectors × 3 tilts × H = 3 · 19,683 feasible trajectories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6089904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" dist="3175" dir="2700000">
              <a:srgbClr val="000000">
                <a:alpha val="6000"/>
              </a:srgbClr>
            </a:outerShdw>
          </a:effectLst>
        </p:spPr>
      </p:sp>
      <p:pic>
        <p:nvPicPr>
          <p:cNvPr id="6" name="Image 0" descr="/mnt/data/antenna_deck_work/assets/quantum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00206"/>
            <a:ext cx="5632704" cy="3221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20293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6A1"/>
                </a:solidFill>
              </a:rPr>
              <a:t>All constrained quantum methods: 100% feasible shots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5504688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390A3"/>
                </a:solidFill>
              </a:rPr>
              <a:t>Success probability is from local reduced-subspace simulation.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6931152" y="1444752"/>
            <a:ext cx="4681728" cy="1024128"/>
          </a:xfrm>
          <a:prstGeom prst="roundRect">
            <a:avLst>
              <a:gd name="adj" fmla="val 7143"/>
            </a:avLst>
          </a:prstGeom>
          <a:solidFill>
            <a:srgbClr val="0B1830"/>
          </a:solidFill>
          <a:ln w="12700">
            <a:solidFill>
              <a:srgbClr val="0B18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68896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3EE"/>
                </a:solidFill>
              </a:rPr>
              <a:t>Exact reference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68896" y="187452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J* = −4.593870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0928" y="1920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E1F6"/>
                </a:solidFill>
              </a:rPr>
              <a:t>MILP = brute force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50608" y="2724912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550" dirty="0">
                <a:solidFill>
                  <a:srgbClr val="18243A"/>
                </a:solidFill>
              </a:rPr>
              <a:t>  XY-QAOA, DCQO and BF-DCQO sampled J*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150608" y="3273552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550" dirty="0">
                <a:solidFill>
                  <a:srgbClr val="18243A"/>
                </a:solidFill>
              </a:rPr>
              <a:t>  Matched no-CD anneal missed: gap = 0.421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150608" y="3822192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67F2"/>
                </a:solidFill>
              </a:rPr>
              <a:t>•</a:t>
            </a:r>
            <a:pPr indent="0" marL="0">
              <a:buNone/>
            </a:pPr>
            <a:r>
              <a:rPr lang="en-US" sz="1550" dirty="0">
                <a:solidFill>
                  <a:srgbClr val="18243A"/>
                </a:solidFill>
              </a:rPr>
              <a:t>  Strong classical heuristics also hit J* in milliseconds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31152" y="4645152"/>
            <a:ext cx="4681728" cy="1234440"/>
          </a:xfrm>
          <a:prstGeom prst="roundRect">
            <a:avLst>
              <a:gd name="adj" fmla="val 5926"/>
            </a:avLst>
          </a:prstGeom>
          <a:solidFill>
            <a:srgbClr val="F1F5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68896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7F2"/>
                </a:solidFill>
              </a:rPr>
              <a:t>Defensible takeaway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68896" y="5093208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B1830"/>
                </a:solidFill>
              </a:rPr>
              <a:t>XY-QAOA is the primary constraint-preserving method; DCQO/BF-DCQO are promising alternatives. This tier validates correctness — not quantum advantage.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3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QUBIT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Antenna Tilt Optimization — 3-slide draft</dc:title>
  <dc:subject>Temporal antenna tilt optimization</dc:subject>
  <dc:creator>OpenAI</dc:creator>
  <cp:lastModifiedBy>OpenAI</cp:lastModifiedBy>
  <cp:revision>1</cp:revision>
  <dcterms:created xsi:type="dcterms:W3CDTF">2026-09-09T08:06:59Z</dcterms:created>
  <dcterms:modified xsi:type="dcterms:W3CDTF">2026-09-09T08:06:59Z</dcterms:modified>
</cp:coreProperties>
</file>