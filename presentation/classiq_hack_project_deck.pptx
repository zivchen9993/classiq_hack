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77724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09728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45720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109728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77724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77724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13716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0" y="137160"/>
            <a:ext cx="502920" cy="457200"/>
          </a:xfrm>
          <a:prstGeom prst="hexagon">
            <a:avLst/>
          </a:prstGeom>
          <a:solidFill>
            <a:srgbClr val="1331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594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HACKATHON 2026   ·   AT&amp;T CHALLENGE 1   ·   BUILT ON CLASSIQ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0515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Antenna Tilt Optimization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Constrained QAOA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7889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sector antenna has an adjustable downtilt. Tilt one sector down and you cut interference into its neighbor — but you can strand that neighbor's cell-edge users. We formulate the network-wide trade-off as a QUBO and solve it with a feasibility-guaranteed QAOA on Classiq.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" y="43068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→ 36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9103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validated, exact simulation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9000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66160" y="43068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49103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QAOA shots are valid configs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6208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73368" y="43068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+14.6%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373368" y="49103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vs. uniform-tilt baseline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43416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80576" y="43068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6,781×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49103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advantage vs. random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Shiran · Guy · Ziv          classiq_hack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QUBO formulation validated against a physics simulator, solved with a mixer that can never leave the feasible subspace.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02920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The trade-off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downtilt → beams overshoot into neighboring cells (interference). Too much → coverage holes and handover failures. With T tilt levels and S sectors there are Tˢ configurations — 2.8×10¹⁴ for just eight towers.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QUBO with 3 validated terms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916936"/>
            <a:ext cx="82296" cy="82296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9848" y="279806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SNR.  </a:t>
            </a:r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−0.85 vs. outage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328416"/>
            <a:ext cx="82296" cy="82296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69848" y="320954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dB-domain SINR.  </a:t>
            </a:r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−0.65 vs. mean SINR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739896"/>
            <a:ext cx="82296" cy="82296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9848" y="362102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cell-edge failure rate.  </a:t>
            </a:r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+0.89 vs. handover fail %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12394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and handover genuinely oppose each other — that tension is what makes the landscape multi-modal, and the honest reason a global optimizer has anything to contribute.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855464"/>
            <a:ext cx="4480560" cy="91440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965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The problem with textbook QAOA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257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leaves only 0.28% of the Hilbert space feasible. The penalty needed to enforce it dominates the spectrum — at p=1, standard QAOA scored worse than random guessing.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1417320"/>
            <a:ext cx="5742432" cy="4846320"/>
          </a:xfrm>
          <a:prstGeom prst="roundRect">
            <a:avLst>
              <a:gd name="adj" fmla="val 1321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26480" y="1627632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Our fix: a constrained XY mixer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956816"/>
            <a:ext cx="5193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swap the transverse-field mixer for an XY mixer inside each sector's one-hot block, seeded with a W state. RXX(β)·RYY(β) conserves Hamming weight, so the state can never leave the feasible subspace — for any parameter values. The penalty term is dropped entirely.</a:t>
            </a:r>
            <a:endParaRPr lang="en-US" sz="1200" dirty="0"/>
          </a:p>
        </p:txBody>
      </p:sp>
      <p:pic>
        <p:nvPicPr>
          <p:cNvPr id="21" name="Image 0" descr="/home/claude/repo/classiq_hack-Shiran/figures/ansatz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3063240"/>
            <a:ext cx="5285232" cy="199230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126480" y="5220140"/>
            <a:ext cx="1639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855×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5585900"/>
            <a:ext cx="1639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standard QAOA at p=1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903464" y="5220140"/>
            <a:ext cx="1639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903464" y="5585900"/>
            <a:ext cx="1639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depth — lower than standard's 472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9680448" y="5220140"/>
            <a:ext cx="1639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680448" y="5585900"/>
            <a:ext cx="1639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shots at every depth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classiq_hack · page 2 of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what holds up, what doesn’t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the trade-off frontier and the limitations plainly — the honest version is more useful than the hyped 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+1.40 dB   </a:t>
            </a:r>
            <a:pPr indent="0" marL="0">
              <a:buNone/>
            </a:pPr>
            <a:r>
              <a:rPr lang="en-US" sz="11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SINR vs. uniform tilt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6280" y="1371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+14.6%   </a:t>
            </a:r>
            <a:pPr indent="0" marL="0">
              <a:buNone/>
            </a:pPr>
            <a:r>
              <a:rPr lang="en-US" sz="11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efficiency / throughput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01000" y="13716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0" y="13716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 pp   </a:t>
            </a:r>
            <a:pPr indent="0" marL="0">
              <a:buNone/>
            </a:pPr>
            <a:r>
              <a:rPr lang="en-US" sz="11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(essentially flat)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534924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9050">
            <a:solidFill>
              <a:srgbClr val="00B8A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334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090672"/>
            <a:ext cx="91440" cy="91440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3272" y="299008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is structural, not statistical — the XY mixer guarantees every shot is a valid network config, for any parameters.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91440" cy="91440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33272" y="364845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QUBO term is validated against an exact joint-SINR simulator, not assumed.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407408"/>
            <a:ext cx="91440" cy="91440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33272" y="430682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36 qubits via exact feasible-subspace simulation — 262,144× fewer amplitudes than full statevector.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065776"/>
            <a:ext cx="91440" cy="91440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33272" y="496519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transfer is measured, not asserted: zero-shot transfer retains 47% of retrained performance, 6,781× better than random.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724144"/>
            <a:ext cx="91440" cy="91440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33272" y="562356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reported as a full Pareto frontier, not one cherry-picked operating point.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2468880"/>
            <a:ext cx="539496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9050">
            <a:solidFill>
              <a:srgbClr val="E865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8232" y="2633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STATED PLAINLY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28232" y="3090672"/>
            <a:ext cx="91440" cy="91440"/>
          </a:xfrm>
          <a:prstGeom prst="oval">
            <a:avLst/>
          </a:prstGeom>
          <a:solidFill>
            <a:srgbClr val="E865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38544" y="299008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quantum advantage: on every checkable instance, classical solvers match or beat QAOA in wall-clock time.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28232" y="3749040"/>
            <a:ext cx="91440" cy="91440"/>
          </a:xfrm>
          <a:prstGeom prst="oval">
            <a:avLst/>
          </a:prstGeom>
          <a:solidFill>
            <a:srgbClr val="E865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38544" y="364845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only, noiseless — no real quantum hardware run; current devices would be noise-dominated at 36+ qubits.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28232" y="4407408"/>
            <a:ext cx="91440" cy="91440"/>
          </a:xfrm>
          <a:prstGeom prst="oval">
            <a:avLst/>
          </a:prstGeom>
          <a:solidFill>
            <a:srgbClr val="E865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38544" y="430682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parameter optimization is itself hard — needs INTERP initialization or deeper circuits perform worse.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28232" y="5065776"/>
            <a:ext cx="91440" cy="91440"/>
          </a:xfrm>
          <a:prstGeom prst="oval">
            <a:avLst/>
          </a:prstGeom>
          <a:solidFill>
            <a:srgbClr val="E865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38544" y="496519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model is simplified: no terrain, shadowing, ray tracing, or user mobility. Absolute KPIs aren’t network predictions.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28232" y="5724144"/>
            <a:ext cx="91440" cy="91440"/>
          </a:xfrm>
          <a:prstGeom prst="oval">
            <a:avLst/>
          </a:prstGeom>
          <a:solidFill>
            <a:srgbClr val="E865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38544" y="562356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is a surrogate, and parameter transfer was tested only within one instance family so far.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classiq_hack · page 3 of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potential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grow linearly with network size while the search space grows exponentially — that gap is where this approach has room to matter.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4864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epo/classiq_hack-Shiran/figures/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36192"/>
            <a:ext cx="5120640" cy="33041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4931829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towers / 9 sectors</a:t>
            </a:r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36 qubits   •   2.9 s exhaustive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206149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towers / 15 sectors</a:t>
            </a:r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60 qubits   •   3.3 hours exhaustive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480469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towers / 24 sectors</a:t>
            </a:r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96 qubits   •   99 years exhaustive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57800" cy="1965960"/>
          </a:xfrm>
          <a:prstGeom prst="roundRect">
            <a:avLst>
              <a:gd name="adj" fmla="val 3256"/>
            </a:avLst>
          </a:prstGeom>
          <a:solidFill>
            <a:srgbClr val="1331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15727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advantage: amortization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188366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once on a 36-qubit instance and applied verbatim to six unseen networks. Per instance after training: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1.9×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279806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repetitions/instance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79806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to repay training cost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2450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0" y="279806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greedy's global-optimum rate at 36 qubits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3566160"/>
            <a:ext cx="5257800" cy="2011680"/>
          </a:xfrm>
          <a:prstGeom prst="roundRect">
            <a:avLst>
              <a:gd name="adj" fmla="val 3182"/>
            </a:avLst>
          </a:prstGeom>
          <a:solidFill>
            <a:srgbClr val="13315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0" y="37216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4087368"/>
            <a:ext cx="82296" cy="82296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75704" y="39867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real quantum hardware via Classiq to test whether transfer survives noise.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83680" y="4480560"/>
            <a:ext cx="82296" cy="82296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775704" y="4379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terrain, shadowing and mobility to the RF model for network-realistic KPIs.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83680" y="4873752"/>
            <a:ext cx="82296" cy="82296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775704" y="47731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parameter transfer across instance families, not just one generator.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83680" y="5266944"/>
            <a:ext cx="82296" cy="82296"/>
          </a:xfrm>
          <a:prstGeom prst="oval">
            <a:avLst/>
          </a:prstGeom>
          <a:solidFill>
            <a:srgbClr val="00B8A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75704" y="5166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continuous re-optimization use case, where amortization is the natural fit.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classiq_hack · page 4 of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2026-09-09T06:35:26Z</dcterms:created>
  <dcterms:modified xsi:type="dcterms:W3CDTF">2026-09-09T06:35:26Z</dcterms:modified>
</cp:coreProperties>
</file>